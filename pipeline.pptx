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84" r:id="rId6"/>
    <p:sldId id="264" r:id="rId7"/>
    <p:sldId id="268" r:id="rId8"/>
    <p:sldId id="271" r:id="rId9"/>
    <p:sldId id="272" r:id="rId10"/>
    <p:sldId id="265" r:id="rId11"/>
    <p:sldId id="273" r:id="rId12"/>
    <p:sldId id="274" r:id="rId13"/>
    <p:sldId id="261" r:id="rId14"/>
    <p:sldId id="276" r:id="rId15"/>
    <p:sldId id="26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44" y="77"/>
      </p:cViewPr>
      <p:guideLst>
        <p:guide orient="horz" pos="217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8E7B9-E507-4CEC-B553-4B602E270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7A906-2276-4F74-94D2-199165F4D25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756819-DC6A-4B81-85DB-5ABBC400989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68CFF2-FDB8-4F95-8228-804133F8D5E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357984-FA77-460E-8204-A568D7213E1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756819-DC6A-4B81-85DB-5ABBC400989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25CF7-6B2F-477A-87ED-31639AB18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3C24-5640-40FF-9AC0-D4DE262740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0B728-594A-4BD0-A99F-05D052E5B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C1BDC-C0F3-444A-AA06-1B213CBDEA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" t="12452" r="518" b="13237"/>
          <a:stretch>
            <a:fillRect/>
          </a:stretch>
        </p:blipFill>
        <p:spPr>
          <a:xfrm>
            <a:off x="0" y="903362"/>
            <a:ext cx="12192000" cy="509945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971486" y="2696141"/>
            <a:ext cx="624903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仿宋KW" panose="00020600040101010101" charset="-122"/>
                <a:ea typeface="汉仪仿宋KW" panose="00020600040101010101" charset="-122"/>
                <a:cs typeface="+mj-lt"/>
              </a:rPr>
              <a:t>Pipeline Instructions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仿宋KW" panose="00020600040101010101" charset="-122"/>
              <a:ea typeface="汉仪仿宋KW" panose="00020600040101010101" charset="-122"/>
              <a:cs typeface="+mj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888922" y="3592106"/>
            <a:ext cx="4414157" cy="0"/>
          </a:xfrm>
          <a:prstGeom prst="line">
            <a:avLst/>
          </a:prstGeom>
          <a:ln>
            <a:solidFill>
              <a:srgbClr val="45121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5196114" y="4755508"/>
            <a:ext cx="1799772" cy="466271"/>
          </a:xfrm>
          <a:prstGeom prst="roundRect">
            <a:avLst>
              <a:gd name="adj" fmla="val 50000"/>
            </a:avLst>
          </a:prstGeom>
          <a:solidFill>
            <a:srgbClr val="F4791F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rPr>
              <a:t>Xinyu Xie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7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5" y="-36830"/>
            <a:ext cx="12134215" cy="689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28051" y="759928"/>
            <a:ext cx="12063949" cy="0"/>
          </a:xfrm>
          <a:prstGeom prst="line">
            <a:avLst/>
          </a:prstGeom>
          <a:ln w="57150">
            <a:solidFill>
              <a:srgbClr val="004C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28051" y="217617"/>
            <a:ext cx="660988" cy="395843"/>
          </a:xfrm>
          <a:prstGeom prst="rect">
            <a:avLst/>
          </a:prstGeom>
          <a:solidFill>
            <a:srgbClr val="272E38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4" name="TextBox 18"/>
          <p:cNvSpPr txBox="1"/>
          <p:nvPr/>
        </p:nvSpPr>
        <p:spPr>
          <a:xfrm>
            <a:off x="911744" y="101919"/>
            <a:ext cx="524828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4791F"/>
                </a:solidFill>
                <a:effectLst/>
                <a:uLnTx/>
                <a:uFillTx/>
                <a:latin typeface="+mn-ea"/>
                <a:cs typeface="+mn-ea"/>
              </a:rPr>
              <a:t>Guideline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4791F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0" y="1210310"/>
            <a:ext cx="10782300" cy="1905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95" y="3712210"/>
            <a:ext cx="3784600" cy="2451100"/>
          </a:xfrm>
          <a:prstGeom prst="rect">
            <a:avLst/>
          </a:prstGeom>
        </p:spPr>
      </p:pic>
      <p:sp>
        <p:nvSpPr>
          <p:cNvPr id="56" name="圆角矩形 55"/>
          <p:cNvSpPr/>
          <p:nvPr/>
        </p:nvSpPr>
        <p:spPr>
          <a:xfrm>
            <a:off x="1042670" y="2608580"/>
            <a:ext cx="4565015" cy="22606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肘形连接符 56"/>
          <p:cNvCxnSpPr>
            <a:endCxn id="55" idx="0"/>
          </p:cNvCxnSpPr>
          <p:nvPr/>
        </p:nvCxnSpPr>
        <p:spPr>
          <a:xfrm>
            <a:off x="2794000" y="2846070"/>
            <a:ext cx="963295" cy="866140"/>
          </a:xfrm>
          <a:prstGeom prst="bentConnector2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690" y="2292350"/>
            <a:ext cx="4183380" cy="4328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28051" y="759928"/>
            <a:ext cx="12063949" cy="0"/>
          </a:xfrm>
          <a:prstGeom prst="line">
            <a:avLst/>
          </a:prstGeom>
          <a:ln w="57150">
            <a:solidFill>
              <a:srgbClr val="004C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28051" y="217617"/>
            <a:ext cx="660988" cy="395843"/>
          </a:xfrm>
          <a:prstGeom prst="rect">
            <a:avLst/>
          </a:prstGeom>
          <a:solidFill>
            <a:srgbClr val="272E38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4104642" y="2246909"/>
            <a:ext cx="3852667" cy="4611092"/>
          </a:xfrm>
          <a:custGeom>
            <a:avLst/>
            <a:gdLst>
              <a:gd name="connsiteX0" fmla="*/ 4181707 w 4181707"/>
              <a:gd name="connsiteY0" fmla="*/ 5107259 h 5107259"/>
              <a:gd name="connsiteX1" fmla="*/ 1817648 w 4181707"/>
              <a:gd name="connsiteY1" fmla="*/ 5107259 h 5107259"/>
              <a:gd name="connsiteX2" fmla="*/ 1405053 w 4181707"/>
              <a:gd name="connsiteY2" fmla="*/ 4371279 h 5107259"/>
              <a:gd name="connsiteX3" fmla="*/ 267629 w 4181707"/>
              <a:gd name="connsiteY3" fmla="*/ 3925230 h 5107259"/>
              <a:gd name="connsiteX4" fmla="*/ 289931 w 4181707"/>
              <a:gd name="connsiteY4" fmla="*/ 3568391 h 5107259"/>
              <a:gd name="connsiteX5" fmla="*/ 178419 w 4181707"/>
              <a:gd name="connsiteY5" fmla="*/ 3144644 h 5107259"/>
              <a:gd name="connsiteX6" fmla="*/ 0 w 4181707"/>
              <a:gd name="connsiteY6" fmla="*/ 2631688 h 5107259"/>
              <a:gd name="connsiteX7" fmla="*/ 323385 w 4181707"/>
              <a:gd name="connsiteY7" fmla="*/ 2018371 h 5107259"/>
              <a:gd name="connsiteX8" fmla="*/ 3066585 w 4181707"/>
              <a:gd name="connsiteY8" fmla="*/ 0 h 5107259"/>
              <a:gd name="connsiteX9" fmla="*/ 3958683 w 4181707"/>
              <a:gd name="connsiteY9" fmla="*/ 2620537 h 5107259"/>
              <a:gd name="connsiteX10" fmla="*/ 4181707 w 4181707"/>
              <a:gd name="connsiteY10" fmla="*/ 5107259 h 5107259"/>
              <a:gd name="connsiteX0-1" fmla="*/ 4181707 w 4181707"/>
              <a:gd name="connsiteY0-2" fmla="*/ 5107259 h 5107259"/>
              <a:gd name="connsiteX1-3" fmla="*/ 1817648 w 4181707"/>
              <a:gd name="connsiteY1-4" fmla="*/ 5107259 h 5107259"/>
              <a:gd name="connsiteX2-5" fmla="*/ 1405053 w 4181707"/>
              <a:gd name="connsiteY2-6" fmla="*/ 4371279 h 5107259"/>
              <a:gd name="connsiteX3-7" fmla="*/ 267629 w 4181707"/>
              <a:gd name="connsiteY3-8" fmla="*/ 3925230 h 5107259"/>
              <a:gd name="connsiteX4-9" fmla="*/ 289931 w 4181707"/>
              <a:gd name="connsiteY4-10" fmla="*/ 3568391 h 5107259"/>
              <a:gd name="connsiteX5-11" fmla="*/ 178419 w 4181707"/>
              <a:gd name="connsiteY5-12" fmla="*/ 3144644 h 5107259"/>
              <a:gd name="connsiteX6-13" fmla="*/ 0 w 4181707"/>
              <a:gd name="connsiteY6-14" fmla="*/ 2631688 h 5107259"/>
              <a:gd name="connsiteX7-15" fmla="*/ 323385 w 4181707"/>
              <a:gd name="connsiteY7-16" fmla="*/ 2018371 h 5107259"/>
              <a:gd name="connsiteX8-17" fmla="*/ 3066585 w 4181707"/>
              <a:gd name="connsiteY8-18" fmla="*/ 0 h 5107259"/>
              <a:gd name="connsiteX9-19" fmla="*/ 3958683 w 4181707"/>
              <a:gd name="connsiteY9-20" fmla="*/ 2620537 h 5107259"/>
              <a:gd name="connsiteX10-21" fmla="*/ 4181707 w 4181707"/>
              <a:gd name="connsiteY10-22" fmla="*/ 5107259 h 5107259"/>
              <a:gd name="connsiteX0-23" fmla="*/ 4181707 w 4181707"/>
              <a:gd name="connsiteY0-24" fmla="*/ 5107259 h 5107259"/>
              <a:gd name="connsiteX1-25" fmla="*/ 1817648 w 4181707"/>
              <a:gd name="connsiteY1-26" fmla="*/ 5107259 h 5107259"/>
              <a:gd name="connsiteX2-27" fmla="*/ 1405053 w 4181707"/>
              <a:gd name="connsiteY2-28" fmla="*/ 4371279 h 5107259"/>
              <a:gd name="connsiteX3-29" fmla="*/ 267629 w 4181707"/>
              <a:gd name="connsiteY3-30" fmla="*/ 3925230 h 5107259"/>
              <a:gd name="connsiteX4-31" fmla="*/ 289931 w 4181707"/>
              <a:gd name="connsiteY4-32" fmla="*/ 3568391 h 5107259"/>
              <a:gd name="connsiteX5-33" fmla="*/ 178419 w 4181707"/>
              <a:gd name="connsiteY5-34" fmla="*/ 3144644 h 5107259"/>
              <a:gd name="connsiteX6-35" fmla="*/ 0 w 4181707"/>
              <a:gd name="connsiteY6-36" fmla="*/ 2631688 h 5107259"/>
              <a:gd name="connsiteX7-37" fmla="*/ 323385 w 4181707"/>
              <a:gd name="connsiteY7-38" fmla="*/ 2018371 h 5107259"/>
              <a:gd name="connsiteX8-39" fmla="*/ 3066585 w 4181707"/>
              <a:gd name="connsiteY8-40" fmla="*/ 0 h 5107259"/>
              <a:gd name="connsiteX9-41" fmla="*/ 3958683 w 4181707"/>
              <a:gd name="connsiteY9-42" fmla="*/ 2620537 h 5107259"/>
              <a:gd name="connsiteX10-43" fmla="*/ 4181707 w 4181707"/>
              <a:gd name="connsiteY10-44" fmla="*/ 5107259 h 5107259"/>
              <a:gd name="connsiteX0-45" fmla="*/ 4181707 w 4181707"/>
              <a:gd name="connsiteY0-46" fmla="*/ 5107259 h 5107259"/>
              <a:gd name="connsiteX1-47" fmla="*/ 1817648 w 4181707"/>
              <a:gd name="connsiteY1-48" fmla="*/ 5107259 h 5107259"/>
              <a:gd name="connsiteX2-49" fmla="*/ 1405053 w 4181707"/>
              <a:gd name="connsiteY2-50" fmla="*/ 4371279 h 5107259"/>
              <a:gd name="connsiteX3-51" fmla="*/ 267629 w 4181707"/>
              <a:gd name="connsiteY3-52" fmla="*/ 3925230 h 5107259"/>
              <a:gd name="connsiteX4-53" fmla="*/ 289931 w 4181707"/>
              <a:gd name="connsiteY4-54" fmla="*/ 3568391 h 5107259"/>
              <a:gd name="connsiteX5-55" fmla="*/ 178419 w 4181707"/>
              <a:gd name="connsiteY5-56" fmla="*/ 3144644 h 5107259"/>
              <a:gd name="connsiteX6-57" fmla="*/ 0 w 4181707"/>
              <a:gd name="connsiteY6-58" fmla="*/ 2631688 h 5107259"/>
              <a:gd name="connsiteX7-59" fmla="*/ 323385 w 4181707"/>
              <a:gd name="connsiteY7-60" fmla="*/ 2018371 h 5107259"/>
              <a:gd name="connsiteX8-61" fmla="*/ 3066585 w 4181707"/>
              <a:gd name="connsiteY8-62" fmla="*/ 0 h 5107259"/>
              <a:gd name="connsiteX9-63" fmla="*/ 3958683 w 4181707"/>
              <a:gd name="connsiteY9-64" fmla="*/ 2620537 h 5107259"/>
              <a:gd name="connsiteX10-65" fmla="*/ 4181707 w 4181707"/>
              <a:gd name="connsiteY10-66" fmla="*/ 5107259 h 5107259"/>
              <a:gd name="connsiteX0-67" fmla="*/ 4181707 w 4181707"/>
              <a:gd name="connsiteY0-68" fmla="*/ 5107259 h 5107259"/>
              <a:gd name="connsiteX1-69" fmla="*/ 1817648 w 4181707"/>
              <a:gd name="connsiteY1-70" fmla="*/ 5107259 h 5107259"/>
              <a:gd name="connsiteX2-71" fmla="*/ 1405053 w 4181707"/>
              <a:gd name="connsiteY2-72" fmla="*/ 4371279 h 5107259"/>
              <a:gd name="connsiteX3-73" fmla="*/ 267629 w 4181707"/>
              <a:gd name="connsiteY3-74" fmla="*/ 3925230 h 5107259"/>
              <a:gd name="connsiteX4-75" fmla="*/ 289931 w 4181707"/>
              <a:gd name="connsiteY4-76" fmla="*/ 3568391 h 5107259"/>
              <a:gd name="connsiteX5-77" fmla="*/ 178419 w 4181707"/>
              <a:gd name="connsiteY5-78" fmla="*/ 3144644 h 5107259"/>
              <a:gd name="connsiteX6-79" fmla="*/ 0 w 4181707"/>
              <a:gd name="connsiteY6-80" fmla="*/ 2631688 h 5107259"/>
              <a:gd name="connsiteX7-81" fmla="*/ 323385 w 4181707"/>
              <a:gd name="connsiteY7-82" fmla="*/ 2018371 h 5107259"/>
              <a:gd name="connsiteX8-83" fmla="*/ 3066585 w 4181707"/>
              <a:gd name="connsiteY8-84" fmla="*/ 0 h 5107259"/>
              <a:gd name="connsiteX9-85" fmla="*/ 3958683 w 4181707"/>
              <a:gd name="connsiteY9-86" fmla="*/ 2620537 h 5107259"/>
              <a:gd name="connsiteX10-87" fmla="*/ 4181707 w 4181707"/>
              <a:gd name="connsiteY10-88" fmla="*/ 5107259 h 5107259"/>
              <a:gd name="connsiteX0-89" fmla="*/ 4181707 w 4181707"/>
              <a:gd name="connsiteY0-90" fmla="*/ 5107259 h 5107259"/>
              <a:gd name="connsiteX1-91" fmla="*/ 1817648 w 4181707"/>
              <a:gd name="connsiteY1-92" fmla="*/ 5107259 h 5107259"/>
              <a:gd name="connsiteX2-93" fmla="*/ 1405053 w 4181707"/>
              <a:gd name="connsiteY2-94" fmla="*/ 4371279 h 5107259"/>
              <a:gd name="connsiteX3-95" fmla="*/ 267629 w 4181707"/>
              <a:gd name="connsiteY3-96" fmla="*/ 3925230 h 5107259"/>
              <a:gd name="connsiteX4-97" fmla="*/ 289931 w 4181707"/>
              <a:gd name="connsiteY4-98" fmla="*/ 3568391 h 5107259"/>
              <a:gd name="connsiteX5-99" fmla="*/ 178419 w 4181707"/>
              <a:gd name="connsiteY5-100" fmla="*/ 3144644 h 5107259"/>
              <a:gd name="connsiteX6-101" fmla="*/ 0 w 4181707"/>
              <a:gd name="connsiteY6-102" fmla="*/ 2631688 h 5107259"/>
              <a:gd name="connsiteX7-103" fmla="*/ 323385 w 4181707"/>
              <a:gd name="connsiteY7-104" fmla="*/ 2018371 h 5107259"/>
              <a:gd name="connsiteX8-105" fmla="*/ 3066585 w 4181707"/>
              <a:gd name="connsiteY8-106" fmla="*/ 0 h 5107259"/>
              <a:gd name="connsiteX9-107" fmla="*/ 3958683 w 4181707"/>
              <a:gd name="connsiteY9-108" fmla="*/ 2620537 h 5107259"/>
              <a:gd name="connsiteX10-109" fmla="*/ 4181707 w 4181707"/>
              <a:gd name="connsiteY10-110" fmla="*/ 5107259 h 5107259"/>
              <a:gd name="connsiteX0-111" fmla="*/ 4248384 w 4248384"/>
              <a:gd name="connsiteY0-112" fmla="*/ 5107259 h 5107259"/>
              <a:gd name="connsiteX1-113" fmla="*/ 1884325 w 4248384"/>
              <a:gd name="connsiteY1-114" fmla="*/ 5107259 h 5107259"/>
              <a:gd name="connsiteX2-115" fmla="*/ 1471730 w 4248384"/>
              <a:gd name="connsiteY2-116" fmla="*/ 4371279 h 5107259"/>
              <a:gd name="connsiteX3-117" fmla="*/ 334306 w 4248384"/>
              <a:gd name="connsiteY3-118" fmla="*/ 3925230 h 5107259"/>
              <a:gd name="connsiteX4-119" fmla="*/ 356608 w 4248384"/>
              <a:gd name="connsiteY4-120" fmla="*/ 3568391 h 5107259"/>
              <a:gd name="connsiteX5-121" fmla="*/ 245096 w 4248384"/>
              <a:gd name="connsiteY5-122" fmla="*/ 3144644 h 5107259"/>
              <a:gd name="connsiteX6-123" fmla="*/ 66677 w 4248384"/>
              <a:gd name="connsiteY6-124" fmla="*/ 2631688 h 5107259"/>
              <a:gd name="connsiteX7-125" fmla="*/ 390062 w 4248384"/>
              <a:gd name="connsiteY7-126" fmla="*/ 2018371 h 5107259"/>
              <a:gd name="connsiteX8-127" fmla="*/ 3133262 w 4248384"/>
              <a:gd name="connsiteY8-128" fmla="*/ 0 h 5107259"/>
              <a:gd name="connsiteX9-129" fmla="*/ 4025360 w 4248384"/>
              <a:gd name="connsiteY9-130" fmla="*/ 2620537 h 5107259"/>
              <a:gd name="connsiteX10-131" fmla="*/ 4248384 w 4248384"/>
              <a:gd name="connsiteY10-132" fmla="*/ 5107259 h 5107259"/>
              <a:gd name="connsiteX0-133" fmla="*/ 4314236 w 4314236"/>
              <a:gd name="connsiteY0-134" fmla="*/ 5107259 h 5107259"/>
              <a:gd name="connsiteX1-135" fmla="*/ 1950177 w 4314236"/>
              <a:gd name="connsiteY1-136" fmla="*/ 5107259 h 5107259"/>
              <a:gd name="connsiteX2-137" fmla="*/ 1537582 w 4314236"/>
              <a:gd name="connsiteY2-138" fmla="*/ 4371279 h 5107259"/>
              <a:gd name="connsiteX3-139" fmla="*/ 400158 w 4314236"/>
              <a:gd name="connsiteY3-140" fmla="*/ 3925230 h 5107259"/>
              <a:gd name="connsiteX4-141" fmla="*/ 422460 w 4314236"/>
              <a:gd name="connsiteY4-142" fmla="*/ 3568391 h 5107259"/>
              <a:gd name="connsiteX5-143" fmla="*/ 310948 w 4314236"/>
              <a:gd name="connsiteY5-144" fmla="*/ 3144644 h 5107259"/>
              <a:gd name="connsiteX6-145" fmla="*/ 132529 w 4314236"/>
              <a:gd name="connsiteY6-146" fmla="*/ 2631688 h 5107259"/>
              <a:gd name="connsiteX7-147" fmla="*/ 455914 w 4314236"/>
              <a:gd name="connsiteY7-148" fmla="*/ 2018371 h 5107259"/>
              <a:gd name="connsiteX8-149" fmla="*/ 3199114 w 4314236"/>
              <a:gd name="connsiteY8-150" fmla="*/ 0 h 5107259"/>
              <a:gd name="connsiteX9-151" fmla="*/ 4091212 w 4314236"/>
              <a:gd name="connsiteY9-152" fmla="*/ 2620537 h 5107259"/>
              <a:gd name="connsiteX10-153" fmla="*/ 4314236 w 4314236"/>
              <a:gd name="connsiteY10-154" fmla="*/ 5107259 h 5107259"/>
              <a:gd name="connsiteX0-155" fmla="*/ 4314236 w 4314236"/>
              <a:gd name="connsiteY0-156" fmla="*/ 5107259 h 5107259"/>
              <a:gd name="connsiteX1-157" fmla="*/ 1950177 w 4314236"/>
              <a:gd name="connsiteY1-158" fmla="*/ 5107259 h 5107259"/>
              <a:gd name="connsiteX2-159" fmla="*/ 1537582 w 4314236"/>
              <a:gd name="connsiteY2-160" fmla="*/ 4371279 h 5107259"/>
              <a:gd name="connsiteX3-161" fmla="*/ 400158 w 4314236"/>
              <a:gd name="connsiteY3-162" fmla="*/ 3925230 h 5107259"/>
              <a:gd name="connsiteX4-163" fmla="*/ 422460 w 4314236"/>
              <a:gd name="connsiteY4-164" fmla="*/ 3568391 h 5107259"/>
              <a:gd name="connsiteX5-165" fmla="*/ 310948 w 4314236"/>
              <a:gd name="connsiteY5-166" fmla="*/ 3144644 h 5107259"/>
              <a:gd name="connsiteX6-167" fmla="*/ 132529 w 4314236"/>
              <a:gd name="connsiteY6-168" fmla="*/ 2631688 h 5107259"/>
              <a:gd name="connsiteX7-169" fmla="*/ 455914 w 4314236"/>
              <a:gd name="connsiteY7-170" fmla="*/ 2018371 h 5107259"/>
              <a:gd name="connsiteX8-171" fmla="*/ 3199114 w 4314236"/>
              <a:gd name="connsiteY8-172" fmla="*/ 0 h 5107259"/>
              <a:gd name="connsiteX9-173" fmla="*/ 4091212 w 4314236"/>
              <a:gd name="connsiteY9-174" fmla="*/ 2620537 h 5107259"/>
              <a:gd name="connsiteX10-175" fmla="*/ 4314236 w 4314236"/>
              <a:gd name="connsiteY10-176" fmla="*/ 5107259 h 5107259"/>
              <a:gd name="connsiteX0-177" fmla="*/ 4314236 w 4314236"/>
              <a:gd name="connsiteY0-178" fmla="*/ 5107259 h 5107259"/>
              <a:gd name="connsiteX1-179" fmla="*/ 1950177 w 4314236"/>
              <a:gd name="connsiteY1-180" fmla="*/ 5107259 h 5107259"/>
              <a:gd name="connsiteX2-181" fmla="*/ 1537582 w 4314236"/>
              <a:gd name="connsiteY2-182" fmla="*/ 4371279 h 5107259"/>
              <a:gd name="connsiteX3-183" fmla="*/ 400158 w 4314236"/>
              <a:gd name="connsiteY3-184" fmla="*/ 3925230 h 5107259"/>
              <a:gd name="connsiteX4-185" fmla="*/ 422460 w 4314236"/>
              <a:gd name="connsiteY4-186" fmla="*/ 3568391 h 5107259"/>
              <a:gd name="connsiteX5-187" fmla="*/ 310948 w 4314236"/>
              <a:gd name="connsiteY5-188" fmla="*/ 3144644 h 5107259"/>
              <a:gd name="connsiteX6-189" fmla="*/ 132529 w 4314236"/>
              <a:gd name="connsiteY6-190" fmla="*/ 2631688 h 5107259"/>
              <a:gd name="connsiteX7-191" fmla="*/ 455914 w 4314236"/>
              <a:gd name="connsiteY7-192" fmla="*/ 2018371 h 5107259"/>
              <a:gd name="connsiteX8-193" fmla="*/ 3199114 w 4314236"/>
              <a:gd name="connsiteY8-194" fmla="*/ 0 h 5107259"/>
              <a:gd name="connsiteX9-195" fmla="*/ 4091212 w 4314236"/>
              <a:gd name="connsiteY9-196" fmla="*/ 2620537 h 5107259"/>
              <a:gd name="connsiteX10-197" fmla="*/ 4314236 w 4314236"/>
              <a:gd name="connsiteY10-198" fmla="*/ 5107259 h 5107259"/>
              <a:gd name="connsiteX0-199" fmla="*/ 4314236 w 4314236"/>
              <a:gd name="connsiteY0-200" fmla="*/ 5107259 h 5107259"/>
              <a:gd name="connsiteX1-201" fmla="*/ 1950177 w 4314236"/>
              <a:gd name="connsiteY1-202" fmla="*/ 5107259 h 5107259"/>
              <a:gd name="connsiteX2-203" fmla="*/ 1537582 w 4314236"/>
              <a:gd name="connsiteY2-204" fmla="*/ 4371279 h 5107259"/>
              <a:gd name="connsiteX3-205" fmla="*/ 400158 w 4314236"/>
              <a:gd name="connsiteY3-206" fmla="*/ 3925230 h 5107259"/>
              <a:gd name="connsiteX4-207" fmla="*/ 422460 w 4314236"/>
              <a:gd name="connsiteY4-208" fmla="*/ 3568391 h 5107259"/>
              <a:gd name="connsiteX5-209" fmla="*/ 310948 w 4314236"/>
              <a:gd name="connsiteY5-210" fmla="*/ 3144644 h 5107259"/>
              <a:gd name="connsiteX6-211" fmla="*/ 132529 w 4314236"/>
              <a:gd name="connsiteY6-212" fmla="*/ 2631688 h 5107259"/>
              <a:gd name="connsiteX7-213" fmla="*/ 455914 w 4314236"/>
              <a:gd name="connsiteY7-214" fmla="*/ 2018371 h 5107259"/>
              <a:gd name="connsiteX8-215" fmla="*/ 3199114 w 4314236"/>
              <a:gd name="connsiteY8-216" fmla="*/ 0 h 5107259"/>
              <a:gd name="connsiteX9-217" fmla="*/ 4091212 w 4314236"/>
              <a:gd name="connsiteY9-218" fmla="*/ 2620537 h 5107259"/>
              <a:gd name="connsiteX10-219" fmla="*/ 4314236 w 4314236"/>
              <a:gd name="connsiteY10-220" fmla="*/ 5107259 h 5107259"/>
              <a:gd name="connsiteX0-221" fmla="*/ 4314236 w 4314236"/>
              <a:gd name="connsiteY0-222" fmla="*/ 5107259 h 5107259"/>
              <a:gd name="connsiteX1-223" fmla="*/ 1950177 w 4314236"/>
              <a:gd name="connsiteY1-224" fmla="*/ 5107259 h 5107259"/>
              <a:gd name="connsiteX2-225" fmla="*/ 1537582 w 4314236"/>
              <a:gd name="connsiteY2-226" fmla="*/ 4371279 h 5107259"/>
              <a:gd name="connsiteX3-227" fmla="*/ 400158 w 4314236"/>
              <a:gd name="connsiteY3-228" fmla="*/ 3925230 h 5107259"/>
              <a:gd name="connsiteX4-229" fmla="*/ 422460 w 4314236"/>
              <a:gd name="connsiteY4-230" fmla="*/ 3568391 h 5107259"/>
              <a:gd name="connsiteX5-231" fmla="*/ 310948 w 4314236"/>
              <a:gd name="connsiteY5-232" fmla="*/ 3144644 h 5107259"/>
              <a:gd name="connsiteX6-233" fmla="*/ 132529 w 4314236"/>
              <a:gd name="connsiteY6-234" fmla="*/ 2631688 h 5107259"/>
              <a:gd name="connsiteX7-235" fmla="*/ 455914 w 4314236"/>
              <a:gd name="connsiteY7-236" fmla="*/ 2018371 h 5107259"/>
              <a:gd name="connsiteX8-237" fmla="*/ 3199114 w 4314236"/>
              <a:gd name="connsiteY8-238" fmla="*/ 0 h 5107259"/>
              <a:gd name="connsiteX9-239" fmla="*/ 4091212 w 4314236"/>
              <a:gd name="connsiteY9-240" fmla="*/ 2620537 h 5107259"/>
              <a:gd name="connsiteX10-241" fmla="*/ 4314236 w 4314236"/>
              <a:gd name="connsiteY10-242" fmla="*/ 5107259 h 5107259"/>
              <a:gd name="connsiteX0-243" fmla="*/ 4314236 w 4314236"/>
              <a:gd name="connsiteY0-244" fmla="*/ 5266175 h 5266175"/>
              <a:gd name="connsiteX1-245" fmla="*/ 1950177 w 4314236"/>
              <a:gd name="connsiteY1-246" fmla="*/ 5266175 h 5266175"/>
              <a:gd name="connsiteX2-247" fmla="*/ 1537582 w 4314236"/>
              <a:gd name="connsiteY2-248" fmla="*/ 4530195 h 5266175"/>
              <a:gd name="connsiteX3-249" fmla="*/ 400158 w 4314236"/>
              <a:gd name="connsiteY3-250" fmla="*/ 4084146 h 5266175"/>
              <a:gd name="connsiteX4-251" fmla="*/ 422460 w 4314236"/>
              <a:gd name="connsiteY4-252" fmla="*/ 3727307 h 5266175"/>
              <a:gd name="connsiteX5-253" fmla="*/ 310948 w 4314236"/>
              <a:gd name="connsiteY5-254" fmla="*/ 3303560 h 5266175"/>
              <a:gd name="connsiteX6-255" fmla="*/ 132529 w 4314236"/>
              <a:gd name="connsiteY6-256" fmla="*/ 2790604 h 5266175"/>
              <a:gd name="connsiteX7-257" fmla="*/ 455914 w 4314236"/>
              <a:gd name="connsiteY7-258" fmla="*/ 2177287 h 5266175"/>
              <a:gd name="connsiteX8-259" fmla="*/ 3199114 w 4314236"/>
              <a:gd name="connsiteY8-260" fmla="*/ 158916 h 5266175"/>
              <a:gd name="connsiteX9-261" fmla="*/ 4091212 w 4314236"/>
              <a:gd name="connsiteY9-262" fmla="*/ 2779453 h 5266175"/>
              <a:gd name="connsiteX10-263" fmla="*/ 4314236 w 4314236"/>
              <a:gd name="connsiteY10-264" fmla="*/ 5266175 h 5266175"/>
              <a:gd name="connsiteX0-265" fmla="*/ 4314236 w 4314236"/>
              <a:gd name="connsiteY0-266" fmla="*/ 5266175 h 5266175"/>
              <a:gd name="connsiteX1-267" fmla="*/ 1950177 w 4314236"/>
              <a:gd name="connsiteY1-268" fmla="*/ 5266175 h 5266175"/>
              <a:gd name="connsiteX2-269" fmla="*/ 1537582 w 4314236"/>
              <a:gd name="connsiteY2-270" fmla="*/ 4530195 h 5266175"/>
              <a:gd name="connsiteX3-271" fmla="*/ 400158 w 4314236"/>
              <a:gd name="connsiteY3-272" fmla="*/ 4084146 h 5266175"/>
              <a:gd name="connsiteX4-273" fmla="*/ 422460 w 4314236"/>
              <a:gd name="connsiteY4-274" fmla="*/ 3727307 h 5266175"/>
              <a:gd name="connsiteX5-275" fmla="*/ 310948 w 4314236"/>
              <a:gd name="connsiteY5-276" fmla="*/ 3303560 h 5266175"/>
              <a:gd name="connsiteX6-277" fmla="*/ 132529 w 4314236"/>
              <a:gd name="connsiteY6-278" fmla="*/ 2790604 h 5266175"/>
              <a:gd name="connsiteX7-279" fmla="*/ 455914 w 4314236"/>
              <a:gd name="connsiteY7-280" fmla="*/ 2177287 h 5266175"/>
              <a:gd name="connsiteX8-281" fmla="*/ 3199114 w 4314236"/>
              <a:gd name="connsiteY8-282" fmla="*/ 158916 h 5266175"/>
              <a:gd name="connsiteX9-283" fmla="*/ 4091212 w 4314236"/>
              <a:gd name="connsiteY9-284" fmla="*/ 2779453 h 5266175"/>
              <a:gd name="connsiteX10-285" fmla="*/ 4314236 w 4314236"/>
              <a:gd name="connsiteY10-286" fmla="*/ 5266175 h 5266175"/>
              <a:gd name="connsiteX0-287" fmla="*/ 4314236 w 4400003"/>
              <a:gd name="connsiteY0-288" fmla="*/ 5266175 h 5266175"/>
              <a:gd name="connsiteX1-289" fmla="*/ 1950177 w 4400003"/>
              <a:gd name="connsiteY1-290" fmla="*/ 5266175 h 5266175"/>
              <a:gd name="connsiteX2-291" fmla="*/ 1537582 w 4400003"/>
              <a:gd name="connsiteY2-292" fmla="*/ 4530195 h 5266175"/>
              <a:gd name="connsiteX3-293" fmla="*/ 400158 w 4400003"/>
              <a:gd name="connsiteY3-294" fmla="*/ 4084146 h 5266175"/>
              <a:gd name="connsiteX4-295" fmla="*/ 422460 w 4400003"/>
              <a:gd name="connsiteY4-296" fmla="*/ 3727307 h 5266175"/>
              <a:gd name="connsiteX5-297" fmla="*/ 310948 w 4400003"/>
              <a:gd name="connsiteY5-298" fmla="*/ 3303560 h 5266175"/>
              <a:gd name="connsiteX6-299" fmla="*/ 132529 w 4400003"/>
              <a:gd name="connsiteY6-300" fmla="*/ 2790604 h 5266175"/>
              <a:gd name="connsiteX7-301" fmla="*/ 455914 w 4400003"/>
              <a:gd name="connsiteY7-302" fmla="*/ 2177287 h 5266175"/>
              <a:gd name="connsiteX8-303" fmla="*/ 3199114 w 4400003"/>
              <a:gd name="connsiteY8-304" fmla="*/ 158916 h 5266175"/>
              <a:gd name="connsiteX9-305" fmla="*/ 4091212 w 4400003"/>
              <a:gd name="connsiteY9-306" fmla="*/ 2779453 h 5266175"/>
              <a:gd name="connsiteX10-307" fmla="*/ 4314236 w 4400003"/>
              <a:gd name="connsiteY10-308" fmla="*/ 5266175 h 5266175"/>
              <a:gd name="connsiteX0-309" fmla="*/ 4314236 w 4400003"/>
              <a:gd name="connsiteY0-310" fmla="*/ 5266175 h 5266175"/>
              <a:gd name="connsiteX1-311" fmla="*/ 1950177 w 4400003"/>
              <a:gd name="connsiteY1-312" fmla="*/ 5266175 h 5266175"/>
              <a:gd name="connsiteX2-313" fmla="*/ 1537582 w 4400003"/>
              <a:gd name="connsiteY2-314" fmla="*/ 4530195 h 5266175"/>
              <a:gd name="connsiteX3-315" fmla="*/ 400158 w 4400003"/>
              <a:gd name="connsiteY3-316" fmla="*/ 4084146 h 5266175"/>
              <a:gd name="connsiteX4-317" fmla="*/ 422460 w 4400003"/>
              <a:gd name="connsiteY4-318" fmla="*/ 3727307 h 5266175"/>
              <a:gd name="connsiteX5-319" fmla="*/ 310948 w 4400003"/>
              <a:gd name="connsiteY5-320" fmla="*/ 3303560 h 5266175"/>
              <a:gd name="connsiteX6-321" fmla="*/ 132529 w 4400003"/>
              <a:gd name="connsiteY6-322" fmla="*/ 2790604 h 5266175"/>
              <a:gd name="connsiteX7-323" fmla="*/ 455914 w 4400003"/>
              <a:gd name="connsiteY7-324" fmla="*/ 2177287 h 5266175"/>
              <a:gd name="connsiteX8-325" fmla="*/ 3199114 w 4400003"/>
              <a:gd name="connsiteY8-326" fmla="*/ 158916 h 5266175"/>
              <a:gd name="connsiteX9-327" fmla="*/ 4091212 w 4400003"/>
              <a:gd name="connsiteY9-328" fmla="*/ 2779453 h 5266175"/>
              <a:gd name="connsiteX10-329" fmla="*/ 4314236 w 4400003"/>
              <a:gd name="connsiteY10-330" fmla="*/ 5266175 h 5266175"/>
              <a:gd name="connsiteX0-331" fmla="*/ 4314236 w 4400003"/>
              <a:gd name="connsiteY0-332" fmla="*/ 5266175 h 5266175"/>
              <a:gd name="connsiteX1-333" fmla="*/ 1950177 w 4400003"/>
              <a:gd name="connsiteY1-334" fmla="*/ 5266175 h 5266175"/>
              <a:gd name="connsiteX2-335" fmla="*/ 1537582 w 4400003"/>
              <a:gd name="connsiteY2-336" fmla="*/ 4530195 h 5266175"/>
              <a:gd name="connsiteX3-337" fmla="*/ 400158 w 4400003"/>
              <a:gd name="connsiteY3-338" fmla="*/ 4084146 h 5266175"/>
              <a:gd name="connsiteX4-339" fmla="*/ 422460 w 4400003"/>
              <a:gd name="connsiteY4-340" fmla="*/ 3727307 h 5266175"/>
              <a:gd name="connsiteX5-341" fmla="*/ 310948 w 4400003"/>
              <a:gd name="connsiteY5-342" fmla="*/ 3303560 h 5266175"/>
              <a:gd name="connsiteX6-343" fmla="*/ 132529 w 4400003"/>
              <a:gd name="connsiteY6-344" fmla="*/ 2790604 h 5266175"/>
              <a:gd name="connsiteX7-345" fmla="*/ 455914 w 4400003"/>
              <a:gd name="connsiteY7-346" fmla="*/ 2177287 h 5266175"/>
              <a:gd name="connsiteX8-347" fmla="*/ 3199114 w 4400003"/>
              <a:gd name="connsiteY8-348" fmla="*/ 158916 h 5266175"/>
              <a:gd name="connsiteX9-349" fmla="*/ 4091212 w 4400003"/>
              <a:gd name="connsiteY9-350" fmla="*/ 2779453 h 5266175"/>
              <a:gd name="connsiteX10-351" fmla="*/ 4314236 w 4400003"/>
              <a:gd name="connsiteY10-352" fmla="*/ 5266175 h 52661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400003" h="5266175">
                <a:moveTo>
                  <a:pt x="4314236" y="5266175"/>
                </a:moveTo>
                <a:lnTo>
                  <a:pt x="1950177" y="5266175"/>
                </a:lnTo>
                <a:lnTo>
                  <a:pt x="1537582" y="4530195"/>
                </a:lnTo>
                <a:cubicBezTo>
                  <a:pt x="355553" y="4838712"/>
                  <a:pt x="199436" y="4533912"/>
                  <a:pt x="400158" y="4084146"/>
                </a:cubicBezTo>
                <a:cubicBezTo>
                  <a:pt x="262627" y="3864839"/>
                  <a:pt x="303514" y="3823951"/>
                  <a:pt x="422460" y="3727307"/>
                </a:cubicBezTo>
                <a:cubicBezTo>
                  <a:pt x="117660" y="3742175"/>
                  <a:pt x="348119" y="3444809"/>
                  <a:pt x="310948" y="3303560"/>
                </a:cubicBezTo>
                <a:cubicBezTo>
                  <a:pt x="-149969" y="3188331"/>
                  <a:pt x="2431" y="2983891"/>
                  <a:pt x="132529" y="2790604"/>
                </a:cubicBezTo>
                <a:cubicBezTo>
                  <a:pt x="262626" y="2597316"/>
                  <a:pt x="392724" y="2404028"/>
                  <a:pt x="455914" y="2177287"/>
                </a:cubicBezTo>
                <a:cubicBezTo>
                  <a:pt x="-123949" y="645853"/>
                  <a:pt x="2061690" y="-417230"/>
                  <a:pt x="3199114" y="158916"/>
                </a:cubicBezTo>
                <a:cubicBezTo>
                  <a:pt x="4254763" y="653286"/>
                  <a:pt x="4775154" y="1749824"/>
                  <a:pt x="4091212" y="2779453"/>
                </a:cubicBezTo>
                <a:cubicBezTo>
                  <a:pt x="3797563" y="3441092"/>
                  <a:pt x="3793846" y="4849863"/>
                  <a:pt x="4314236" y="5266175"/>
                </a:cubicBezTo>
                <a:close/>
              </a:path>
            </a:pathLst>
          </a:custGeom>
          <a:solidFill>
            <a:srgbClr val="F4791F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Lifeline JL" panose="00000400000000000000" pitchFamily="2" charset="0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390" y="127635"/>
            <a:ext cx="7861935" cy="39973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" y="4335780"/>
            <a:ext cx="7868285" cy="22459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965" y="127635"/>
            <a:ext cx="3852545" cy="29952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220" y="2749550"/>
            <a:ext cx="3971290" cy="399732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2963545" y="6252210"/>
            <a:ext cx="1096010" cy="18034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</p:cNvCxnSpPr>
          <p:nvPr/>
        </p:nvCxnSpPr>
        <p:spPr>
          <a:xfrm flipV="1">
            <a:off x="4059555" y="6172835"/>
            <a:ext cx="4067810" cy="16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014470" y="5991860"/>
            <a:ext cx="1096010" cy="214630"/>
          </a:xfrm>
          <a:prstGeom prst="round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4986020" y="2477770"/>
            <a:ext cx="3423920" cy="351409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animBg="1"/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28051" y="759928"/>
            <a:ext cx="12063949" cy="0"/>
          </a:xfrm>
          <a:prstGeom prst="line">
            <a:avLst/>
          </a:prstGeom>
          <a:ln w="57150">
            <a:solidFill>
              <a:srgbClr val="004C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28051" y="217617"/>
            <a:ext cx="660988" cy="395843"/>
          </a:xfrm>
          <a:prstGeom prst="rect">
            <a:avLst/>
          </a:prstGeom>
          <a:solidFill>
            <a:srgbClr val="272E38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217805"/>
            <a:ext cx="9163685" cy="110236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t="13222"/>
          <a:stretch>
            <a:fillRect/>
          </a:stretch>
        </p:blipFill>
        <p:spPr>
          <a:xfrm>
            <a:off x="934085" y="1478280"/>
            <a:ext cx="9163685" cy="5165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28051" y="759928"/>
            <a:ext cx="12063949" cy="0"/>
          </a:xfrm>
          <a:prstGeom prst="line">
            <a:avLst/>
          </a:prstGeom>
          <a:ln w="57150">
            <a:solidFill>
              <a:srgbClr val="004C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28051" y="217617"/>
            <a:ext cx="660988" cy="395843"/>
          </a:xfrm>
          <a:prstGeom prst="rect">
            <a:avLst/>
          </a:prstGeom>
          <a:solidFill>
            <a:srgbClr val="272E38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" y="217805"/>
            <a:ext cx="5295900" cy="105664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" y="1409065"/>
            <a:ext cx="6961505" cy="262636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" y="4384040"/>
            <a:ext cx="9474200" cy="22479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775" y="116205"/>
            <a:ext cx="5271770" cy="480250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49" name="圆角矩形 48"/>
          <p:cNvSpPr/>
          <p:nvPr/>
        </p:nvSpPr>
        <p:spPr>
          <a:xfrm>
            <a:off x="281305" y="3727450"/>
            <a:ext cx="2486025" cy="339090"/>
          </a:xfrm>
          <a:prstGeom prst="round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直接箭头连接符 49"/>
          <p:cNvCxnSpPr>
            <a:stCxn id="49" idx="3"/>
          </p:cNvCxnSpPr>
          <p:nvPr/>
        </p:nvCxnSpPr>
        <p:spPr>
          <a:xfrm>
            <a:off x="2767330" y="3896995"/>
            <a:ext cx="4260215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1592580" y="2687955"/>
            <a:ext cx="1129665" cy="1924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2" name="直接箭头连接符 51"/>
          <p:cNvCxnSpPr/>
          <p:nvPr/>
        </p:nvCxnSpPr>
        <p:spPr>
          <a:xfrm>
            <a:off x="2541270" y="2925445"/>
            <a:ext cx="1141095" cy="1570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28051" y="759928"/>
            <a:ext cx="12063949" cy="0"/>
          </a:xfrm>
          <a:prstGeom prst="line">
            <a:avLst/>
          </a:prstGeom>
          <a:ln w="57150">
            <a:solidFill>
              <a:srgbClr val="004C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28051" y="217617"/>
            <a:ext cx="660988" cy="395843"/>
          </a:xfrm>
          <a:prstGeom prst="rect">
            <a:avLst/>
          </a:prstGeom>
          <a:solidFill>
            <a:srgbClr val="272E38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90" y="332105"/>
            <a:ext cx="7526020" cy="637921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427720" y="2127250"/>
            <a:ext cx="3512820" cy="33115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noAutofit/>
          </a:bodyPr>
          <a:p>
            <a:r>
              <a:rPr lang="zh-CN" altLang="en-US" sz="1400"/>
              <a:t>This runs the Cutadapt tool to perform quality trimming: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-q 20: Trims bases with quality below 20.</a:t>
            </a:r>
            <a:endParaRPr lang="zh-CN" altLang="en-US" sz="1400"/>
          </a:p>
          <a:p>
            <a:r>
              <a:rPr lang="zh-CN" altLang="en-US" sz="1400"/>
              <a:t>-m 50: Ensures that the minimum length of each read is 50 bases.</a:t>
            </a:r>
            <a:endParaRPr lang="zh-CN" altLang="en-US" sz="1400"/>
          </a:p>
          <a:p>
            <a:r>
              <a:rPr lang="zh-CN" altLang="en-US" sz="1400"/>
              <a:t>--trim-n: Trims 'N' bases from the end of sequences.</a:t>
            </a:r>
            <a:endParaRPr lang="zh-CN" altLang="en-US" sz="1400"/>
          </a:p>
          <a:p>
            <a:r>
              <a:rPr lang="zh-CN" altLang="en-US" sz="1400"/>
              <a:t>-o and -p: Specify the output paths for the forward and reverse trimmed files, respectively.</a:t>
            </a:r>
            <a:endParaRPr lang="zh-CN" altLang="en-US" sz="1400"/>
          </a:p>
          <a:p>
            <a:r>
              <a:rPr lang="zh-CN" altLang="en-US" sz="1400"/>
              <a:t>${input_forward} and ${input_reverse}: Specify the input paths for the forward and reverse FASTQ files, respectively.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80" y="93980"/>
            <a:ext cx="6757670" cy="39135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8713"/>
          <a:stretch>
            <a:fillRect/>
          </a:stretch>
        </p:blipFill>
        <p:spPr>
          <a:xfrm>
            <a:off x="3885565" y="2050415"/>
            <a:ext cx="8227695" cy="4694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" y="2826385"/>
            <a:ext cx="11017885" cy="386461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" y="79375"/>
            <a:ext cx="7779385" cy="2826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40287"/>
          <a:stretch>
            <a:fillRect/>
          </a:stretch>
        </p:blipFill>
        <p:spPr>
          <a:xfrm>
            <a:off x="0" y="0"/>
            <a:ext cx="8112125" cy="40951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960" y="3369945"/>
            <a:ext cx="7920355" cy="3488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610" y="0"/>
            <a:ext cx="1055878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" t="12452" r="518" b="13237"/>
          <a:stretch>
            <a:fillRect/>
          </a:stretch>
        </p:blipFill>
        <p:spPr>
          <a:xfrm>
            <a:off x="0" y="903362"/>
            <a:ext cx="12192000" cy="5099451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3888922" y="3592106"/>
            <a:ext cx="4414157" cy="0"/>
          </a:xfrm>
          <a:prstGeom prst="line">
            <a:avLst/>
          </a:prstGeom>
          <a:ln>
            <a:solidFill>
              <a:srgbClr val="45121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717608" y="2829560"/>
            <a:ext cx="475678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Thank you</a:t>
            </a:r>
            <a:endParaRPr lang="en-US" altLang="zh-CN" sz="7200" b="1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5zofp1x">
      <a:majorFont>
        <a:latin typeface="Arial"/>
        <a:ea typeface="思源黑体 CN Bold"/>
        <a:cs typeface=""/>
      </a:majorFont>
      <a:minorFont>
        <a:latin typeface="Arial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q5zofp1x">
      <a:majorFont>
        <a:latin typeface="Arial"/>
        <a:ea typeface="思源黑体 CN Bold"/>
        <a:cs typeface=""/>
      </a:majorFont>
      <a:minorFont>
        <a:latin typeface="Arial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WPS 文字</Application>
  <PresentationFormat>宽屏</PresentationFormat>
  <Paragraphs>16</Paragraphs>
  <Slides>12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6" baseType="lpstr">
      <vt:lpstr>Arial</vt:lpstr>
      <vt:lpstr>宋体</vt:lpstr>
      <vt:lpstr>Wingdings</vt:lpstr>
      <vt:lpstr>Arial</vt:lpstr>
      <vt:lpstr>Calibri</vt:lpstr>
      <vt:lpstr>Agency FB</vt:lpstr>
      <vt:lpstr>苹方-简</vt:lpstr>
      <vt:lpstr>Century Gothic</vt:lpstr>
      <vt:lpstr>Calibri</vt:lpstr>
      <vt:lpstr>Lifeline JL</vt:lpstr>
      <vt:lpstr>Helvetica Neue</vt:lpstr>
      <vt:lpstr>微软雅黑</vt:lpstr>
      <vt:lpstr>汉仪旗黑</vt:lpstr>
      <vt:lpstr>Calibri Light</vt:lpstr>
      <vt:lpstr>思源黑体 CN Bold</vt:lpstr>
      <vt:lpstr>汉仪中黑KW</vt:lpstr>
      <vt:lpstr>宋体</vt:lpstr>
      <vt:lpstr>Arial Unicode MS</vt:lpstr>
      <vt:lpstr>等线</vt:lpstr>
      <vt:lpstr>汉仪中等线KW</vt:lpstr>
      <vt:lpstr>汉仪书宋二KW</vt:lpstr>
      <vt:lpstr>汉仪仿宋KW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 </cp:lastModifiedBy>
  <cp:revision>12</cp:revision>
  <dcterms:created xsi:type="dcterms:W3CDTF">2024-06-06T09:36:04Z</dcterms:created>
  <dcterms:modified xsi:type="dcterms:W3CDTF">2024-06-06T09:36:04Z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2052-6.2.0.8299</vt:lpwstr>
  </property>
  <property fmtid="{D5CDD505-2E9C-101B-9397-08002B2CF9AE}" pid="3" name="KSOTemplateUUID">
    <vt:lpwstr>v1.0_mb_WK/9daPJOZEF2HaLYBs2oA==</vt:lpwstr>
  </property>
  <property fmtid="{D5CDD505-2E9C-101B-9397-08002B2CF9AE}" pid="4" name="ICV">
    <vt:lpwstr>FE1F625E2937644DE31461669EA56671_41</vt:lpwstr>
  </property>
</Properties>
</file>